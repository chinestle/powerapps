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/>
          <p:nvPr/>
        </p:nvSpPr>
        <p:spPr>
          <a:xfrm>
            <a:off x="457200" y="32004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B4F7A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B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LOGO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949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official logo here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411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3B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KURUNEGALA FACTORY</a:t>
            </a:r>
            <a:endParaRPr lang="en-US" sz="1100" dirty="0"/>
          </a:p>
          <a:p>
            <a:pPr algn="r" indent="0" marL="0">
              <a:buNone/>
            </a:pPr>
            <a:r>
              <a:rPr lang="en-US" sz="1100" b="1" spc="200" kern="0" dirty="0">
                <a:solidFill>
                  <a:srgbClr val="3B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RECOGNITION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Celebrating Our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459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Excellence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86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</a:t>
            </a:r>
            <a:endParaRPr lang="en-US" sz="4400" dirty="0"/>
          </a:p>
        </p:txBody>
      </p:sp>
      <p:sp>
        <p:nvSpPr>
          <p:cNvPr id="9" name="Badge"/>
          <p:cNvSpPr/>
          <p:nvPr/>
        </p:nvSpPr>
        <p:spPr>
          <a:xfrm>
            <a:off x="457200" y="306324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63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RECOGNITION AWARDS 2026</a:t>
            </a:r>
            <a:endParaRPr lang="en-US" sz="1200" dirty="0"/>
          </a:p>
        </p:txBody>
      </p:sp>
      <p:sp>
        <p:nvSpPr>
          <p:cNvPr id="11" name="Photo frame 1"/>
          <p:cNvSpPr/>
          <p:nvPr/>
        </p:nvSpPr>
        <p:spPr>
          <a:xfrm rot="-240000">
            <a:off x="4983480" y="1417320"/>
            <a:ext cx="1188720" cy="1737360"/>
          </a:xfrm>
          <a:prstGeom prst="rect">
            <a:avLst/>
          </a:prstGeom>
          <a:solidFill>
            <a:srgbClr val="DCE8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54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 rot="-240000">
            <a:off x="4983480" y="1417320"/>
            <a:ext cx="1188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B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</p:txBody>
      </p:sp>
      <p:sp>
        <p:nvSpPr>
          <p:cNvPr id="13" name="Photo frame 2"/>
          <p:cNvSpPr/>
          <p:nvPr/>
        </p:nvSpPr>
        <p:spPr>
          <a:xfrm>
            <a:off x="6309360" y="1097280"/>
            <a:ext cx="1188720" cy="2194560"/>
          </a:xfrm>
          <a:prstGeom prst="rect">
            <a:avLst/>
          </a:prstGeom>
          <a:solidFill>
            <a:srgbClr val="DCE8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54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9360" y="1097280"/>
            <a:ext cx="1188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B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WINNER PHOTO</a:t>
            </a:r>
            <a:endParaRPr lang="en-US" sz="1000" dirty="0"/>
          </a:p>
        </p:txBody>
      </p:sp>
      <p:sp>
        <p:nvSpPr>
          <p:cNvPr id="15" name="Photo frame 3"/>
          <p:cNvSpPr/>
          <p:nvPr/>
        </p:nvSpPr>
        <p:spPr>
          <a:xfrm rot="240000">
            <a:off x="7635240" y="1417320"/>
            <a:ext cx="1188720" cy="1737360"/>
          </a:xfrm>
          <a:prstGeom prst="rect">
            <a:avLst/>
          </a:prstGeom>
          <a:solidFill>
            <a:srgbClr val="DCE8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54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 rot="240000">
            <a:off x="7635240" y="1417320"/>
            <a:ext cx="1188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B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</p:txBody>
      </p:sp>
      <p:sp>
        <p:nvSpPr>
          <p:cNvPr id="17" name="Values band"/>
          <p:cNvSpPr/>
          <p:nvPr/>
        </p:nvSpPr>
        <p:spPr>
          <a:xfrm>
            <a:off x="0" y="3611880"/>
            <a:ext cx="914400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LEADERSHIP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INNOVATION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EXCELLENCE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TEAMWORK</a:t>
            </a:r>
            <a:endParaRPr lang="en-US" sz="1300" dirty="0"/>
          </a:p>
        </p:txBody>
      </p:sp>
      <p:sp>
        <p:nvSpPr>
          <p:cNvPr id="22" name="Text panel"/>
          <p:cNvSpPr/>
          <p:nvPr/>
        </p:nvSpPr>
        <p:spPr>
          <a:xfrm>
            <a:off x="457200" y="425196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875">
            <a:solidFill>
              <a:srgbClr val="BFD3FF"/>
            </a:solidFill>
            <a:prstDash val="solid"/>
          </a:ln>
          <a:effectLst>
            <a:outerShdw sx="100000" sy="100000" kx="0" ky="0" algn="bl" rotWithShape="0" blurRad="76200" dist="25400" dir="5400000">
              <a:srgbClr val="0F2554">
                <a:alpha val="12000"/>
              </a:srgbClr>
            </a:outerShdw>
          </a:effectLst>
        </p:spPr>
      </p:sp>
      <p:sp>
        <p:nvSpPr>
          <p:cNvPr id="23" name="Editable text box"/>
          <p:cNvSpPr txBox="1"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text here  |  event details, message or announcement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Recognition Awards 2026</dc:title>
  <dc:subject>PptxGenJS Presentation</dc:subject>
  <dc:creator>PptxGenJS</dc:creator>
  <cp:lastModifiedBy>PptxGenJS</cp:lastModifiedBy>
  <cp:revision>1</cp:revision>
  <dcterms:created xsi:type="dcterms:W3CDTF">2026-10-30T10:15:50Z</dcterms:created>
  <dcterms:modified xsi:type="dcterms:W3CDTF">2026-10-30T10:15:50Z</dcterms:modified>
</cp:coreProperties>
</file>