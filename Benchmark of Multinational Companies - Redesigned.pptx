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3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OF MULTINATIONAL COMPANIES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of Ambulance, Doctor &amp; Nurse Support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464040" y="256032"/>
            <a:ext cx="2267712" cy="804672"/>
          </a:xfrm>
          <a:prstGeom prst="roundRect">
            <a:avLst>
              <a:gd name="adj" fmla="val 15909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64040" y="256032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🚑  🩺  🧑‍⚕️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7295" cy="566928"/>
          </a:xfrm>
          <a:prstGeom prst="rect">
            <a:avLst/>
          </a:prstGeom>
          <a:solidFill>
            <a:srgbClr val="0B4A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234440"/>
            <a:ext cx="3134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🚑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AVAILABILITY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65978" y="1234440"/>
            <a:ext cx="3134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AVAILABILITY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00237" y="1234440"/>
            <a:ext cx="3134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🧑‍⚕️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AVAILABILITY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11277295" cy="6263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892808"/>
            <a:ext cx="1691640" cy="443484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</p:spPr>
      </p:sp>
      <p:pic>
        <p:nvPicPr>
          <p:cNvPr id="13" name="Image 0" descr="/home/claude/work/logos_cropped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726" y="2020824"/>
            <a:ext cx="161469" cy="18745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404872" y="1874520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496312" y="1892808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496312" y="2148840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ambulance available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39130" y="1874520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30570" y="1892808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AM – 5 PM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630570" y="2148840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doctor deployed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73389" y="1874520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764829" y="1892808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AM – 5 PM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764829" y="2148840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nurse deployed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2427732"/>
            <a:ext cx="11277295" cy="626364"/>
          </a:xfrm>
          <a:prstGeom prst="rect">
            <a:avLst/>
          </a:prstGeom>
          <a:solidFill>
            <a:srgbClr val="EAF3F6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2519172"/>
            <a:ext cx="1691640" cy="443484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</p:spPr>
      </p:sp>
      <p:pic>
        <p:nvPicPr>
          <p:cNvPr id="25" name="Image 1" descr="/home/claude/work/logos_cropped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075" y="2647188"/>
            <a:ext cx="486771" cy="18745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2404872" y="2500884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2496312" y="2519172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2496312" y="2775204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ambulance available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539130" y="2500884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630570" y="2519172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AM – 5 PM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630570" y="2775204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doctor deployed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673389" y="2500884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764829" y="2519172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764829" y="2775204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nurse deployed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57200" y="3054096"/>
            <a:ext cx="11277295" cy="6263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48640" y="3145536"/>
            <a:ext cx="1691640" cy="443484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</p:spPr>
      </p:sp>
      <p:pic>
        <p:nvPicPr>
          <p:cNvPr id="37" name="Image 2" descr="/home/claude/work/logos_cropped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40" y="3273552"/>
            <a:ext cx="455241" cy="187452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404872" y="3127248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F1F2F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2496312" y="3054096"/>
            <a:ext cx="280507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not yet available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5539130" y="3127248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F1F2F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5630570" y="3054096"/>
            <a:ext cx="280507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not yet available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8673389" y="3127248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F1F2F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764829" y="3054096"/>
            <a:ext cx="280507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not yet available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57200" y="3680460"/>
            <a:ext cx="11277295" cy="626364"/>
          </a:xfrm>
          <a:prstGeom prst="rect">
            <a:avLst/>
          </a:prstGeom>
          <a:solidFill>
            <a:srgbClr val="EAF3F6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48640" y="3771900"/>
            <a:ext cx="1691640" cy="443484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</p:spPr>
      </p:sp>
      <p:pic>
        <p:nvPicPr>
          <p:cNvPr id="46" name="Image 3" descr="/home/claude/work/logos_cropped/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192" y="3899916"/>
            <a:ext cx="456536" cy="187452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2404872" y="3753612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F1F2F5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2496312" y="3680460"/>
            <a:ext cx="280507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not yet available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5539130" y="3753612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F1F2F5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5630570" y="3680460"/>
            <a:ext cx="280507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not yet available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8673389" y="3753612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F1F2F5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8764829" y="3680460"/>
            <a:ext cx="280507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not yet available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457200" y="4306824"/>
            <a:ext cx="11277295" cy="6263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548640" y="4398264"/>
            <a:ext cx="1691640" cy="443484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</p:spPr>
      </p:sp>
      <p:pic>
        <p:nvPicPr>
          <p:cNvPr id="55" name="Image 4" descr="/home/claude/work/logos_cropped/imag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4899" y="4526280"/>
            <a:ext cx="219122" cy="187452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2404872" y="4379976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2496312" y="4398264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200" dirty="0"/>
          </a:p>
        </p:txBody>
      </p:sp>
      <p:sp>
        <p:nvSpPr>
          <p:cNvPr id="58" name="Text 51"/>
          <p:cNvSpPr txBox="1"/>
          <p:nvPr/>
        </p:nvSpPr>
        <p:spPr>
          <a:xfrm>
            <a:off x="2496312" y="4654296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ambulance available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5539130" y="4379976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60" name="Text 53"/>
          <p:cNvSpPr txBox="1"/>
          <p:nvPr/>
        </p:nvSpPr>
        <p:spPr>
          <a:xfrm>
            <a:off x="5630570" y="4398264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– Fri</a:t>
            </a:r>
            <a:endParaRPr lang="en-US" sz="1200" dirty="0"/>
          </a:p>
        </p:txBody>
      </p:sp>
      <p:sp>
        <p:nvSpPr>
          <p:cNvPr id="61" name="Text 54"/>
          <p:cNvSpPr txBox="1"/>
          <p:nvPr/>
        </p:nvSpPr>
        <p:spPr>
          <a:xfrm>
            <a:off x="5630570" y="4654296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nurse deployed</a:t>
            </a:r>
            <a:endParaRPr lang="en-US" sz="1050" dirty="0"/>
          </a:p>
        </p:txBody>
      </p:sp>
      <p:sp>
        <p:nvSpPr>
          <p:cNvPr id="62" name="Shape 55"/>
          <p:cNvSpPr/>
          <p:nvPr/>
        </p:nvSpPr>
        <p:spPr>
          <a:xfrm>
            <a:off x="8673389" y="4379976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63" name="Text 56"/>
          <p:cNvSpPr txBox="1"/>
          <p:nvPr/>
        </p:nvSpPr>
        <p:spPr>
          <a:xfrm>
            <a:off x="8764829" y="4398264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– Fri</a:t>
            </a:r>
            <a:endParaRPr lang="en-US" sz="1200" dirty="0"/>
          </a:p>
        </p:txBody>
      </p:sp>
      <p:sp>
        <p:nvSpPr>
          <p:cNvPr id="64" name="Text 57"/>
          <p:cNvSpPr txBox="1"/>
          <p:nvPr/>
        </p:nvSpPr>
        <p:spPr>
          <a:xfrm>
            <a:off x="8764829" y="4654296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nurse deployed</a:t>
            </a:r>
            <a:endParaRPr lang="en-US" sz="1050" dirty="0"/>
          </a:p>
        </p:txBody>
      </p:sp>
      <p:sp>
        <p:nvSpPr>
          <p:cNvPr id="65" name="Shape 58"/>
          <p:cNvSpPr/>
          <p:nvPr/>
        </p:nvSpPr>
        <p:spPr>
          <a:xfrm>
            <a:off x="457200" y="4933188"/>
            <a:ext cx="11277295" cy="626364"/>
          </a:xfrm>
          <a:prstGeom prst="rect">
            <a:avLst/>
          </a:prstGeom>
          <a:solidFill>
            <a:srgbClr val="EAF3F6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548640" y="5024628"/>
            <a:ext cx="1691640" cy="443484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</p:spPr>
      </p:sp>
      <p:pic>
        <p:nvPicPr>
          <p:cNvPr id="67" name="Image 5" descr="/home/claude/work/logos_cropped/image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328" y="5152644"/>
            <a:ext cx="434264" cy="187452"/>
          </a:xfrm>
          <a:prstGeom prst="rect">
            <a:avLst/>
          </a:prstGeom>
        </p:spPr>
      </p:pic>
      <p:sp>
        <p:nvSpPr>
          <p:cNvPr id="68" name="Shape 60"/>
          <p:cNvSpPr/>
          <p:nvPr/>
        </p:nvSpPr>
        <p:spPr>
          <a:xfrm>
            <a:off x="2404872" y="5006340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69" name="Text 61"/>
          <p:cNvSpPr txBox="1"/>
          <p:nvPr/>
        </p:nvSpPr>
        <p:spPr>
          <a:xfrm>
            <a:off x="2496312" y="5024628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200" dirty="0"/>
          </a:p>
        </p:txBody>
      </p:sp>
      <p:sp>
        <p:nvSpPr>
          <p:cNvPr id="70" name="Text 62"/>
          <p:cNvSpPr txBox="1"/>
          <p:nvPr/>
        </p:nvSpPr>
        <p:spPr>
          <a:xfrm>
            <a:off x="2496312" y="5280660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ambulance available</a:t>
            </a:r>
            <a:endParaRPr lang="en-US" sz="1050" dirty="0"/>
          </a:p>
        </p:txBody>
      </p:sp>
      <p:sp>
        <p:nvSpPr>
          <p:cNvPr id="71" name="Shape 63"/>
          <p:cNvSpPr/>
          <p:nvPr/>
        </p:nvSpPr>
        <p:spPr>
          <a:xfrm>
            <a:off x="5539130" y="5006340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72" name="Text 64"/>
          <p:cNvSpPr txBox="1"/>
          <p:nvPr/>
        </p:nvSpPr>
        <p:spPr>
          <a:xfrm>
            <a:off x="5630570" y="5024628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– Fri</a:t>
            </a:r>
            <a:endParaRPr lang="en-US" sz="1200" dirty="0"/>
          </a:p>
        </p:txBody>
      </p:sp>
      <p:sp>
        <p:nvSpPr>
          <p:cNvPr id="73" name="Text 65"/>
          <p:cNvSpPr txBox="1"/>
          <p:nvPr/>
        </p:nvSpPr>
        <p:spPr>
          <a:xfrm>
            <a:off x="5630570" y="5280660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nurse deployed</a:t>
            </a:r>
            <a:endParaRPr lang="en-US" sz="1050" dirty="0"/>
          </a:p>
        </p:txBody>
      </p:sp>
      <p:sp>
        <p:nvSpPr>
          <p:cNvPr id="74" name="Shape 66"/>
          <p:cNvSpPr/>
          <p:nvPr/>
        </p:nvSpPr>
        <p:spPr>
          <a:xfrm>
            <a:off x="8673389" y="5006340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E5F3EA"/>
          </a:solidFill>
          <a:ln/>
        </p:spPr>
      </p:sp>
      <p:sp>
        <p:nvSpPr>
          <p:cNvPr id="75" name="Text 67"/>
          <p:cNvSpPr txBox="1"/>
          <p:nvPr/>
        </p:nvSpPr>
        <p:spPr>
          <a:xfrm>
            <a:off x="8764829" y="5024628"/>
            <a:ext cx="2805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200" dirty="0"/>
          </a:p>
        </p:txBody>
      </p:sp>
      <p:sp>
        <p:nvSpPr>
          <p:cNvPr id="76" name="Text 68"/>
          <p:cNvSpPr txBox="1"/>
          <p:nvPr/>
        </p:nvSpPr>
        <p:spPr>
          <a:xfrm>
            <a:off x="8764829" y="5280660"/>
            <a:ext cx="28050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nurse deployed</a:t>
            </a:r>
            <a:endParaRPr lang="en-US" sz="1050" dirty="0"/>
          </a:p>
        </p:txBody>
      </p:sp>
      <p:sp>
        <p:nvSpPr>
          <p:cNvPr id="77" name="Shape 69"/>
          <p:cNvSpPr/>
          <p:nvPr/>
        </p:nvSpPr>
        <p:spPr>
          <a:xfrm>
            <a:off x="457200" y="5559552"/>
            <a:ext cx="11277295" cy="6263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548640" y="5650992"/>
            <a:ext cx="1691640" cy="443484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</p:spPr>
      </p:sp>
      <p:pic>
        <p:nvPicPr>
          <p:cNvPr id="79" name="Image 6" descr="/home/claude/work/logos_cropped/image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658" y="5779008"/>
            <a:ext cx="241605" cy="187452"/>
          </a:xfrm>
          <a:prstGeom prst="rect">
            <a:avLst/>
          </a:prstGeom>
        </p:spPr>
      </p:pic>
      <p:sp>
        <p:nvSpPr>
          <p:cNvPr id="80" name="Shape 71"/>
          <p:cNvSpPr/>
          <p:nvPr/>
        </p:nvSpPr>
        <p:spPr>
          <a:xfrm>
            <a:off x="2404872" y="5632704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F1F2F5"/>
          </a:solidFill>
          <a:ln/>
        </p:spPr>
      </p:sp>
      <p:sp>
        <p:nvSpPr>
          <p:cNvPr id="81" name="Text 72"/>
          <p:cNvSpPr txBox="1"/>
          <p:nvPr/>
        </p:nvSpPr>
        <p:spPr>
          <a:xfrm>
            <a:off x="2496312" y="5559552"/>
            <a:ext cx="280507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not yet available</a:t>
            </a:r>
            <a:endParaRPr lang="en-US" sz="1100" dirty="0"/>
          </a:p>
        </p:txBody>
      </p:sp>
      <p:sp>
        <p:nvSpPr>
          <p:cNvPr id="82" name="Shape 73"/>
          <p:cNvSpPr/>
          <p:nvPr/>
        </p:nvSpPr>
        <p:spPr>
          <a:xfrm>
            <a:off x="5539130" y="5632704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F1F2F5"/>
          </a:solidFill>
          <a:ln/>
        </p:spPr>
      </p:sp>
      <p:sp>
        <p:nvSpPr>
          <p:cNvPr id="83" name="Text 74"/>
          <p:cNvSpPr txBox="1"/>
          <p:nvPr/>
        </p:nvSpPr>
        <p:spPr>
          <a:xfrm>
            <a:off x="5630570" y="5559552"/>
            <a:ext cx="280507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not yet available</a:t>
            </a:r>
            <a:endParaRPr lang="en-US" sz="1100" dirty="0"/>
          </a:p>
        </p:txBody>
      </p:sp>
      <p:sp>
        <p:nvSpPr>
          <p:cNvPr id="84" name="Shape 75"/>
          <p:cNvSpPr/>
          <p:nvPr/>
        </p:nvSpPr>
        <p:spPr>
          <a:xfrm>
            <a:off x="8673389" y="5632704"/>
            <a:ext cx="2987954" cy="480060"/>
          </a:xfrm>
          <a:prstGeom prst="roundRect">
            <a:avLst>
              <a:gd name="adj" fmla="val 11429"/>
            </a:avLst>
          </a:prstGeom>
          <a:solidFill>
            <a:srgbClr val="F1F2F5"/>
          </a:solidFill>
          <a:ln/>
        </p:spPr>
      </p:sp>
      <p:sp>
        <p:nvSpPr>
          <p:cNvPr id="85" name="Text 76"/>
          <p:cNvSpPr txBox="1"/>
          <p:nvPr/>
        </p:nvSpPr>
        <p:spPr>
          <a:xfrm>
            <a:off x="8764829" y="5559552"/>
            <a:ext cx="280507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not yet available</a:t>
            </a:r>
            <a:endParaRPr lang="en-US" sz="1100" dirty="0"/>
          </a:p>
        </p:txBody>
      </p:sp>
      <p:sp>
        <p:nvSpPr>
          <p:cNvPr id="86" name="Shape 77"/>
          <p:cNvSpPr/>
          <p:nvPr/>
        </p:nvSpPr>
        <p:spPr>
          <a:xfrm>
            <a:off x="457200" y="1234440"/>
            <a:ext cx="11277295" cy="4951476"/>
          </a:xfrm>
          <a:prstGeom prst="rect">
            <a:avLst/>
          </a:prstGeom>
          <a:ln w="15875">
            <a:solidFill>
              <a:srgbClr val="0B4A63"/>
            </a:solidFill>
            <a:prstDash val="solid"/>
          </a:ln>
        </p:spPr>
      </p:sp>
      <p:sp>
        <p:nvSpPr>
          <p:cNvPr id="87" name="Shape 78"/>
          <p:cNvSpPr/>
          <p:nvPr/>
        </p:nvSpPr>
        <p:spPr>
          <a:xfrm>
            <a:off x="2331720" y="1234440"/>
            <a:ext cx="0" cy="4951476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88" name="Shape 79"/>
          <p:cNvSpPr/>
          <p:nvPr/>
        </p:nvSpPr>
        <p:spPr>
          <a:xfrm>
            <a:off x="5465978" y="1234440"/>
            <a:ext cx="0" cy="4951476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89" name="Shape 80"/>
          <p:cNvSpPr/>
          <p:nvPr/>
        </p:nvSpPr>
        <p:spPr>
          <a:xfrm>
            <a:off x="8600237" y="1234440"/>
            <a:ext cx="0" cy="4951476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90" name="Text 81"/>
          <p:cNvSpPr txBox="1"/>
          <p:nvPr/>
        </p:nvSpPr>
        <p:spPr>
          <a:xfrm>
            <a:off x="457200" y="63322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pPr algn="l"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availability      </a:t>
            </a:r>
            <a:pPr algn="l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algn="l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not yet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2026-09-10T03:35:51Z</dcterms:created>
  <dcterms:modified xsi:type="dcterms:W3CDTF">2026-09-10T03:35:51Z</dcterms:modified>
</cp:coreProperties>
</file>