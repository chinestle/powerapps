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02FF5-1A10-1334-E97A-478AD1722722}" v="34" dt="2026-08-15T15:48:58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Final Interview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Your Opportunity to Begin a Career Journey with Nestlé Lanka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Short Briefing Session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Final Interview Preparation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Nestlé Lanka – Pannala Factory Placement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Congratulations! You Made It This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Selected from approximately 75+ applicants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75+ Applicants → Assessments → Group Assessment → Final Interview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You have already demonstrated potential and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What Happens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final interview is a two-way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The panel wants to understand:</a:t>
            </a:r>
          </a:p>
          <a:p>
            <a:pPr>
              <a:defRPr sz="2200"/>
            </a:pPr>
            <a:r>
              <a:t>• Motivation</a:t>
            </a:r>
          </a:p>
          <a:p>
            <a:pPr>
              <a:defRPr sz="2200"/>
            </a:pPr>
            <a:r>
              <a:t>• Communication Skills</a:t>
            </a:r>
          </a:p>
          <a:p>
            <a:pPr>
              <a:defRPr sz="2200"/>
            </a:pPr>
            <a:r>
              <a:t>• Learning Agility</a:t>
            </a:r>
          </a:p>
          <a:p>
            <a:pPr>
              <a:defRPr sz="2200"/>
            </a:pPr>
            <a:r>
              <a:t>• Teamwork</a:t>
            </a:r>
          </a:p>
          <a:p>
            <a:pPr>
              <a:defRPr sz="2200"/>
            </a:pPr>
            <a:r>
              <a:t>• Career Aspirations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What Makes a Strong Candidate?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Attitude • Learning Agility • Teamwork •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Positive Attitude</a:t>
            </a:r>
          </a:p>
          <a:p>
            <a:pPr>
              <a:defRPr sz="2200"/>
            </a:pPr>
            <a:r>
              <a:t>✓ Confidence</a:t>
            </a:r>
          </a:p>
          <a:p>
            <a:pPr>
              <a:defRPr sz="2200"/>
            </a:pPr>
            <a:r>
              <a:t>✓ Willingness to Learn</a:t>
            </a:r>
          </a:p>
          <a:p>
            <a:pPr>
              <a:defRPr sz="2200"/>
            </a:pPr>
            <a:r>
              <a:t>✓ Curiosity &amp; Initiative</a:t>
            </a:r>
          </a:p>
          <a:p>
            <a:pPr>
              <a:defRPr sz="2200"/>
            </a:pPr>
            <a:r>
              <a:t>✓ Professionalism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Interview Success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Practical guidance for a successful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Speak confidently</a:t>
            </a:r>
          </a:p>
          <a:p>
            <a:pPr>
              <a:defRPr sz="2200"/>
            </a:pPr>
            <a:r>
              <a:t>Use real examples</a:t>
            </a:r>
          </a:p>
          <a:p>
            <a:pPr>
              <a:defRPr sz="2200"/>
            </a:pPr>
            <a:r>
              <a:t>Listen carefully</a:t>
            </a:r>
          </a:p>
          <a:p>
            <a:pPr>
              <a:defRPr sz="2200"/>
            </a:pPr>
            <a:r>
              <a:t>Think before responding</a:t>
            </a:r>
          </a:p>
          <a:p>
            <a:pPr>
              <a:defRPr sz="2200"/>
            </a:pPr>
            <a:r>
              <a:t>Be authentic and enthusiastic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Know Your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Present • Past •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Prepare to speak about:</a:t>
            </a:r>
          </a:p>
          <a:p>
            <a:pPr>
              <a:defRPr sz="2200"/>
            </a:pPr>
            <a:r>
              <a:t>• Educational Journey</a:t>
            </a:r>
          </a:p>
          <a:p>
            <a:pPr>
              <a:defRPr sz="2200"/>
            </a:pPr>
            <a:r>
              <a:t>• Achievements</a:t>
            </a:r>
          </a:p>
          <a:p>
            <a:pPr>
              <a:defRPr sz="2200"/>
            </a:pPr>
            <a:r>
              <a:t>• Challenges Overcome</a:t>
            </a:r>
          </a:p>
          <a:p>
            <a:pPr>
              <a:defRPr sz="2200"/>
            </a:pPr>
            <a:r>
              <a:t>• Team Projects</a:t>
            </a:r>
          </a:p>
          <a:p>
            <a:pPr>
              <a:defRPr sz="2200"/>
            </a:pPr>
            <a:r>
              <a:t>• Future Aspirations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Learn About Nestlé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Demonstrate genuine interest in the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04263" cy="4308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200"/>
            </a:pPr>
            <a:r>
              <a:rPr lang="en-US" dirty="0"/>
              <a:t>Study about</a:t>
            </a:r>
            <a:r>
              <a:t> Nestlé in Sri Lanka</a:t>
            </a:r>
            <a:r>
              <a:rPr lang="en-US"/>
              <a:t> and across the globe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Why Nestlé?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 global organization investing in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Global exposure</a:t>
            </a:r>
          </a:p>
          <a:p>
            <a:pPr>
              <a:defRPr sz="2200"/>
            </a:pPr>
            <a:r>
              <a:t>Learning opportunities</a:t>
            </a:r>
          </a:p>
          <a:p>
            <a:pPr>
              <a:defRPr sz="2200"/>
            </a:pPr>
            <a:r>
              <a:t>Inclusive culture</a:t>
            </a:r>
          </a:p>
          <a:p>
            <a:pPr>
              <a:defRPr sz="2200"/>
            </a:pPr>
            <a:r>
              <a:t>Innovation-driven environment</a:t>
            </a:r>
          </a:p>
          <a:p>
            <a:pPr>
              <a:defRPr sz="2200"/>
            </a:pPr>
            <a:r>
              <a:t>World-class manufacturing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Your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What you can expect from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Work with experienced professionals</a:t>
            </a:r>
          </a:p>
          <a:p>
            <a:pPr>
              <a:defRPr sz="2200"/>
            </a:pPr>
            <a:r>
              <a:t>Contribute to projects</a:t>
            </a:r>
          </a:p>
          <a:p>
            <a:pPr>
              <a:defRPr sz="2200"/>
            </a:pPr>
            <a:r>
              <a:t>Build workplace skills</a:t>
            </a:r>
          </a:p>
          <a:p>
            <a:pPr>
              <a:defRPr sz="2200"/>
            </a:pPr>
            <a:r>
              <a:t>Understand factory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Placement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Merit-based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Placement decisions are based on:</a:t>
            </a:r>
          </a:p>
          <a:p>
            <a:pPr>
              <a:defRPr sz="2200"/>
            </a:pPr>
            <a:r>
              <a:t>• Competencies</a:t>
            </a:r>
          </a:p>
          <a:p>
            <a:pPr>
              <a:defRPr sz="2200"/>
            </a:pPr>
            <a:r>
              <a:t>• Final Interview Performance</a:t>
            </a:r>
          </a:p>
          <a:p>
            <a:pPr>
              <a:defRPr sz="2200"/>
            </a:pPr>
            <a:r>
              <a:t>• Business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39F"/>
                </a:solidFill>
              </a:defRPr>
            </a:pPr>
            <a:r>
              <a:t>Common Interview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Prepare with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Tell us about yourself</a:t>
            </a:r>
          </a:p>
          <a:p>
            <a:pPr>
              <a:defRPr sz="2200"/>
            </a:pPr>
            <a:r>
              <a:t>Why Nestlé?</a:t>
            </a:r>
          </a:p>
          <a:p>
            <a:pPr>
              <a:defRPr sz="2200"/>
            </a:pPr>
            <a:r>
              <a:t>Strengths</a:t>
            </a:r>
          </a:p>
          <a:p>
            <a:pPr>
              <a:defRPr sz="2200"/>
            </a:pPr>
            <a:r>
              <a:t>Teamwork Example</a:t>
            </a:r>
          </a:p>
          <a:p>
            <a:pPr>
              <a:defRPr sz="2200"/>
            </a:pPr>
            <a:r>
              <a:t>Challenge Faced</a:t>
            </a:r>
          </a:p>
          <a:p>
            <a:pPr>
              <a:defRPr sz="2200"/>
            </a:pPr>
            <a:r>
              <a:t>Career Goals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 Are Here for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Closing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From 75+ Applicants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Final Interview Candidates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Future Nestlé Talent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Confidence comes from preparation.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Gunarathna,Dhanushka,LK-Kurunegala,Human Resources</dc:creator>
  <cp:keywords/>
  <dc:description>generated using python-pptx</dc:description>
  <cp:lastModifiedBy>Gunarathna,Dhanushka,LK-Kurunegala,Human Resources</cp:lastModifiedBy>
  <cp:revision>6</cp:revision>
  <dcterms:created xsi:type="dcterms:W3CDTF">2026-08-15T15:42:15Z</dcterms:created>
  <dcterms:modified xsi:type="dcterms:W3CDTF">2026-08-15T15:50:22Z</dcterms:modified>
  <cp:category/>
</cp:coreProperties>
</file>