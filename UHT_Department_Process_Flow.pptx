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UHT Department — Process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 →  Processing (Sterilization)  →  Filling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7F1F1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16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344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(Clean-in-Place)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operation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 (Plate Heat Exchanger)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tanks — functionality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cluster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dissolving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426464"/>
            <a:ext cx="320040" cy="164592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1426464"/>
            <a:ext cx="320040" cy="164592"/>
          </a:xfrm>
          <a:prstGeom prst="rightArrow">
            <a:avLst/>
          </a:prstGeom>
          <a:solidFill>
            <a:srgbClr val="C7D2D9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23444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A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721608" y="131673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2160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2344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(Sterilization)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Steps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Safety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377440"/>
            <a:ext cx="2148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Preheating section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heating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/ sterilization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Homogenization — function of plungers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sterilization &amp; hold-time calc validation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CIP/SIP process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377440"/>
            <a:ext cx="2148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over-pressure in production lines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line leakage &amp; response if a leak is observed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Gasket requirements &amp; management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Plunger packing replacement in homogenizer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of leakage in production lines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function of magnetic agitator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managing air filters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1234440"/>
            <a:ext cx="3136392" cy="548640"/>
          </a:xfrm>
          <a:prstGeom prst="roundRect">
            <a:avLst>
              <a:gd name="adj" fmla="val 13333"/>
            </a:avLst>
          </a:prstGeom>
          <a:solidFill>
            <a:srgbClr val="E9EAF2"/>
          </a:solidFill>
          <a:ln/>
        </p:spPr>
      </p:sp>
      <p:sp>
        <p:nvSpPr>
          <p:cNvPr id="20" name="Shape 18"/>
          <p:cNvSpPr/>
          <p:nvPr/>
        </p:nvSpPr>
        <p:spPr>
          <a:xfrm>
            <a:off x="8705088" y="131673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0508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12344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011680"/>
            <a:ext cx="31363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aseptic conditions in fillers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materials — laminate &amp; strip structure, purpose of structural packing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CIP/SIP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sterilization steps &amp; function of each step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activities (short / long)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Sealing of packages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integrity checks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Lanka — UHT Department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2026-09-10T12:52:32Z</dcterms:created>
  <dcterms:modified xsi:type="dcterms:W3CDTF">2026-09-10T12:52:32Z</dcterms:modified>
</cp:coreProperties>
</file>